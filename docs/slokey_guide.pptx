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73152"/>
          </a:xfrm>
          <a:prstGeom prst="rect">
            <a:avLst/>
          </a:prstGeom>
          <a:solidFill>
            <a:srgbClr val="0F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31920"/>
            <a:ext cx="12191695" cy="73152"/>
          </a:xfrm>
          <a:prstGeom prst="rect">
            <a:avLst/>
          </a:prstGeom>
          <a:solidFill>
            <a:srgbClr val="164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0FB9B9"/>
                </a:solidFill>
              </a:rPr>
              <a:t>SLOKEY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AACCFF"/>
                </a:solidFill>
              </a:rPr>
              <a:t>スロキー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</a:rPr>
              <a:t>社内向け 使い方ガイド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9BBDD"/>
                </a:solidFill>
              </a:rPr>
              <a:t>パチスロ情報を集めて・見て・分析する社内ツール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217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555577"/>
                </a:solidFill>
              </a:rP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F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スロキーとは？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B9B9"/>
                </a:solidFill>
              </a:rPr>
              <a:t>社内パチスロ情報共有ツール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3657600" cy="566928"/>
          </a:xfrm>
          <a:prstGeom prst="rect">
            <a:avLst/>
          </a:prstGeom>
          <a:solidFill>
            <a:srgbClr val="164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934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📥  情報を集める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21408"/>
            <a:ext cx="3657600" cy="3913632"/>
          </a:xfrm>
          <a:prstGeom prst="rect">
            <a:avLst/>
          </a:prstGeom>
          <a:solidFill>
            <a:srgbClr val="FFFFFF"/>
          </a:solidFill>
          <a:ln w="19050">
            <a:solidFill>
              <a:srgbClr val="164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240280"/>
            <a:ext cx="33284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ウェブ上に散らばる機種情報・ホール情報・打ち手の声を一か所にストック。AIが毎日自動収集。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3657600" cy="566928"/>
          </a:xfrm>
          <a:prstGeom prst="rect">
            <a:avLst/>
          </a:prstGeom>
          <a:solidFill>
            <a:srgbClr val="164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60934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📊  データで把握する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121408"/>
            <a:ext cx="3657600" cy="3913632"/>
          </a:xfrm>
          <a:prstGeom prst="rect">
            <a:avLst/>
          </a:prstGeom>
          <a:solidFill>
            <a:srgbClr val="FFFFFF"/>
          </a:solidFill>
          <a:ln w="19050">
            <a:solidFill>
              <a:srgbClr val="164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2240280"/>
            <a:ext cx="33284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「どの機種が今熱いか」「どんな情報が不足しているか」をランキング・ギャップ表で可視化。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554480"/>
            <a:ext cx="3657600" cy="566928"/>
          </a:xfrm>
          <a:prstGeom prst="rect">
            <a:avLst/>
          </a:prstGeom>
          <a:solidFill>
            <a:srgbClr val="164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0934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💬  チームで共有する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121408"/>
            <a:ext cx="3657600" cy="3913632"/>
          </a:xfrm>
          <a:prstGeom prst="rect">
            <a:avLst/>
          </a:prstGeom>
          <a:solidFill>
            <a:srgbClr val="FFFFFF"/>
          </a:solidFill>
          <a:ln w="19050">
            <a:solidFill>
              <a:srgbClr val="164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2240280"/>
            <a:ext cx="3328416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気になった情報をいいねで評価し、チームで使える情報の精度を上げていく。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217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479A"/>
                </a:solidFill>
              </a:rPr>
              <a:t>ブラウザで開くだけ・インストール不要・スマホ／PC両対応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F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画面構成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B9B9"/>
                </a:solidFill>
              </a:rPr>
              <a:t>画面下部の5タブで切り替え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54480"/>
            <a:ext cx="2240280" cy="658368"/>
          </a:xfrm>
          <a:prstGeom prst="rect">
            <a:avLst/>
          </a:prstGeom>
          <a:solidFill>
            <a:srgbClr val="164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2763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📰 投稿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12848"/>
            <a:ext cx="224028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64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2331720"/>
            <a:ext cx="202082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集まった情報を読む
いいね・NG評価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554480"/>
            <a:ext cx="2240280" cy="6583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162763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✏️ 追加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2212848"/>
            <a:ext cx="224028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1488" y="2331720"/>
            <a:ext cx="202082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新しい情報を
手動で投稿する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79" y="1554480"/>
            <a:ext cx="2240280" cy="6583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199" y="162763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📈 まとめ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83479" y="2212848"/>
            <a:ext cx="224028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93207" y="2331720"/>
            <a:ext cx="202082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傾向・ランキング・
ギャップ表・新台カレンダーを俯瞰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199" y="1554480"/>
            <a:ext cx="2240280" cy="65836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19" y="162763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🔍 分析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199" y="2212848"/>
            <a:ext cx="224028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24927" y="2331720"/>
            <a:ext cx="202082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機種別・コラム・
機種分析・チャット・企画提案
（パスワード保護）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19" y="1554480"/>
            <a:ext cx="2240280" cy="658368"/>
          </a:xfrm>
          <a:prstGeom prst="rect">
            <a:avLst/>
          </a:prstGeom>
          <a:solidFill>
            <a:srgbClr val="17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39" y="162763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📊 稼働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46919" y="2212848"/>
            <a:ext cx="224028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7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56647" y="2331720"/>
            <a:ext cx="202082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ホール稼働データ
（パスワード保護）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77"/>
                </a:solidFill>
              </a:rPr>
              <a:t>※「分析」「稼働」タブはパスワード保護（管理者のみ）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F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投稿タブ：情報を読む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B9B9"/>
                </a:solidFill>
              </a:rPr>
              <a:t>カテゴリ別に絞り込みながら一覧閲覧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479A"/>
                </a:solidFill>
              </a:rPr>
              <a:t>カテゴリ一覧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1828800" cy="566928"/>
          </a:xfrm>
          <a:prstGeom prst="rect">
            <a:avLst/>
          </a:prstGeom>
          <a:solidFill>
            <a:srgbClr val="164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29383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新台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965959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導入前後2週間のスペック速報・新台発表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24327"/>
            <a:ext cx="1828800" cy="566928"/>
          </a:xfrm>
          <a:prstGeom prst="rect">
            <a:avLst/>
          </a:prstGeom>
          <a:solidFill>
            <a:srgbClr val="164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679191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機種情報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715767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天井・設定判別・機械割など攻略系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74135"/>
            <a:ext cx="1828800" cy="566928"/>
          </a:xfrm>
          <a:prstGeom prst="rect">
            <a:avLst/>
          </a:prstGeom>
          <a:solidFill>
            <a:srgbClr val="164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42899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実戦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465575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打ち手の実戦報告・評判・体験談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23944"/>
            <a:ext cx="1828800" cy="566928"/>
          </a:xfrm>
          <a:prstGeom prst="rect">
            <a:avLst/>
          </a:prstGeom>
          <a:solidFill>
            <a:srgbClr val="164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7880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業界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215384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ホール・メーカー・新台動向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73752"/>
            <a:ext cx="1828800" cy="566928"/>
          </a:xfrm>
          <a:prstGeom prst="rect">
            <a:avLst/>
          </a:prstGeom>
          <a:solidFill>
            <a:srgbClr val="164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928616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名機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965192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4号機・5号機の思い出・伝説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371600"/>
            <a:ext cx="548640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479A"/>
                </a:solidFill>
              </a:rPr>
              <a:t>基本操作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0574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🔽  カテゴリボタンで絞り込み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62432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♥   いいねで「役に立つ」を評価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19125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👎  NGで「このネタは不要」を評価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758183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🔗  URLタップで元記事を表示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32511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📊  品質スコア（Lv.1〜5）が表示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8920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77"/>
                </a:solidFill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45896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⭐ いいね・NGがAIの次回収集精度に反映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F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追加タブ：情報を投稿する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B9B9"/>
                </a:solidFill>
              </a:rPr>
              <a:t>気になった情報を気軽にストック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685800" cy="822960"/>
          </a:xfrm>
          <a:prstGeom prst="rect">
            <a:avLst/>
          </a:prstGeom>
          <a:solidFill>
            <a:srgbClr val="164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685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6002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</a:rPr>
              <a:t>「新規投稿」ボタンをタップ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685800" cy="822960"/>
          </a:xfrm>
          <a:prstGeom prst="rect">
            <a:avLst/>
          </a:prstGeom>
          <a:solidFill>
            <a:srgbClr val="164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685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788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</a:rPr>
              <a:t>カテゴリ・機種名を選択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2461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77"/>
                </a:solidFill>
              </a:rPr>
              <a:t>カテゴリは5種類から選ぶ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685800" cy="822960"/>
          </a:xfrm>
          <a:prstGeom prst="rect">
            <a:avLst/>
          </a:prstGeom>
          <a:solidFill>
            <a:srgbClr val="164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685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776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</a:rPr>
              <a:t>タイトル・本文を入力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4348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77"/>
                </a:solidFill>
              </a:rPr>
              <a:t>URLを貼ると本文を自動取得。短い一言でもOK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20640"/>
            <a:ext cx="685800" cy="822960"/>
          </a:xfrm>
          <a:prstGeom prst="rect">
            <a:avLst/>
          </a:prstGeom>
          <a:solidFill>
            <a:srgbClr val="164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120640"/>
            <a:ext cx="685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1663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</a:rPr>
              <a:t>投稿ボタンで送信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62356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77"/>
                </a:solidFill>
              </a:rPr>
              <a:t>全メンバーから閲覧可能になる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1554480"/>
            <a:ext cx="3200400" cy="46634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1691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B9B9"/>
                </a:solidFill>
              </a:rPr>
              <a:t>投稿のコツ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1945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URLを貼ると
本文が自動入力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1089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短い一言でもOK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0233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自分の投稿は
あとで削除可能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49377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AIも毎日自動収集
（編集部AI名義）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F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まとめタブ：7つのビュー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B9B9"/>
                </a:solidFill>
              </a:rPr>
              <a:t>傾向・ランキング・ギャップ表を一画面で俯瞰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2743200" cy="566928"/>
          </a:xfrm>
          <a:prstGeom prst="rect">
            <a:avLst/>
          </a:prstGeom>
          <a:solidFill>
            <a:srgbClr val="164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093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🏆  ランキング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21408"/>
            <a:ext cx="27432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64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240280"/>
            <a:ext cx="241401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機種ごとの投稿数・いいね数・品質スコア・直近2週間数を一覧比較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554480"/>
            <a:ext cx="2743200" cy="5669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6093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📌  機種別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121408"/>
            <a:ext cx="27432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2240280"/>
            <a:ext cx="241401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機種を選んで投稿を深掘り。いいね順に表示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2743200" cy="5669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6093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🥧  カテゴリ分布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21408"/>
            <a:ext cx="27432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240280"/>
            <a:ext cx="241401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カテゴリ別の投稿数・割合・人気投稿を確認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554480"/>
            <a:ext cx="2743200" cy="56692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6093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👤  投稿者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2121408"/>
            <a:ext cx="27432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54312" y="2240280"/>
            <a:ext cx="241401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誰がどんな情報を多く投稿しているか一覧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023360"/>
            <a:ext cx="2743200" cy="566928"/>
          </a:xfrm>
          <a:prstGeom prst="rect">
            <a:avLst/>
          </a:prstGeom>
          <a:solidFill>
            <a:srgbClr val="17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0782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🔽  絞り込み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590288"/>
            <a:ext cx="27432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77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4709160"/>
            <a:ext cx="241401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機種名・カテゴリで絞り込んで投稿を読む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4023360"/>
            <a:ext cx="2743200" cy="5669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40782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🟥  ギャップ表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4590288"/>
            <a:ext cx="27432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10712" y="4709160"/>
            <a:ext cx="241401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機種×カテゴリのマトリクス。赤＝情報なし・黄＝1件・緑＝2件以上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023360"/>
            <a:ext cx="2743200" cy="566928"/>
          </a:xfrm>
          <a:prstGeom prst="rect">
            <a:avLst/>
          </a:prstGeom>
          <a:solidFill>
            <a:srgbClr val="63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0782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📅  新台カレンダー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590288"/>
            <a:ext cx="27432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63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709160"/>
            <a:ext cx="241401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直近3ヶ月の導入台を月別スケジュール表示。純増・機械割などスペック付き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F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ランキング＆ギャップ表の活用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B9B9"/>
                </a:solidFill>
              </a:rPr>
              <a:t>「今どの機種に注目すべきか」が一目でわかる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86400" cy="5120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64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486400" cy="548640"/>
          </a:xfrm>
          <a:prstGeom prst="rect">
            <a:avLst/>
          </a:prstGeom>
          <a:solidFill>
            <a:srgbClr val="164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🏆 ランキング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1920240" cy="594360"/>
          </a:xfrm>
          <a:prstGeom prst="rect">
            <a:avLst/>
          </a:prstGeom>
          <a:solidFill>
            <a:srgbClr val="F0F4FF"/>
          </a:solidFill>
          <a:ln w="12700">
            <a:solidFill>
              <a:srgbClr val="164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128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479A"/>
                </a:solidFill>
              </a:rPr>
              <a:t>投稿数ソート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25856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情報量が多い＝注目度が高い機種がわかる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71800"/>
            <a:ext cx="1920240" cy="594360"/>
          </a:xfrm>
          <a:prstGeom prst="rect">
            <a:avLst/>
          </a:prstGeom>
          <a:solidFill>
            <a:srgbClr val="F0F4FF"/>
          </a:solidFill>
          <a:ln w="12700">
            <a:solidFill>
              <a:srgbClr val="164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03580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479A"/>
                </a:solidFill>
              </a:rPr>
              <a:t>いいねソート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08152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チームが「使える」と評価した情報が多い機種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94760"/>
            <a:ext cx="1920240" cy="594360"/>
          </a:xfrm>
          <a:prstGeom prst="rect">
            <a:avLst/>
          </a:prstGeom>
          <a:solidFill>
            <a:srgbClr val="F0F4FF"/>
          </a:solidFill>
          <a:ln w="12700">
            <a:solidFill>
              <a:srgbClr val="164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8587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479A"/>
                </a:solidFill>
              </a:rPr>
              <a:t>品質ソート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90448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信頼度の高い情報が集まっている機種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617720"/>
            <a:ext cx="1920240" cy="594360"/>
          </a:xfrm>
          <a:prstGeom prst="rect">
            <a:avLst/>
          </a:prstGeom>
          <a:solidFill>
            <a:srgbClr val="F0F4FF"/>
          </a:solidFill>
          <a:ln w="12700">
            <a:solidFill>
              <a:srgbClr val="164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68172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479A"/>
                </a:solidFill>
              </a:rPr>
              <a:t>直近2週間ソート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47274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今まさに話題になっている機種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463040"/>
            <a:ext cx="5577840" cy="512064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463040"/>
            <a:ext cx="5577840" cy="548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508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🟥 ギャップ表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1488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機種 × カテゴリのマトリクス表
「どの情報が足りていないか」が一目でわかる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200400"/>
            <a:ext cx="566928" cy="5669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20040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29184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情報なし → 収集の最優先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023360"/>
            <a:ext cx="566928" cy="5669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02336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1148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1件のみ → もう少し集めたい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846320"/>
            <a:ext cx="566928" cy="5669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84632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49377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2件以上 → ある程度揃っている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8064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77"/>
                </a:solidFill>
              </a:rPr>
              <a:t>活用例：「この機種の実戦情報が全然ない」→ 収集リクエストを出す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F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分析タブ：6つのモード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B9B9"/>
                </a:solidFill>
              </a:rPr>
              <a:t>機種別・コラム・ゲーム性・チャット・企画提案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54480"/>
            <a:ext cx="3657600" cy="566928"/>
          </a:xfrm>
          <a:prstGeom prst="rect">
            <a:avLst/>
          </a:prstGeom>
          <a:solidFill>
            <a:srgbClr val="164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60934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📝  コラム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121408"/>
            <a:ext cx="3657600" cy="1764792"/>
          </a:xfrm>
          <a:prstGeom prst="rect">
            <a:avLst/>
          </a:prstGeom>
          <a:solidFill>
            <a:srgbClr val="FFFFFF"/>
          </a:solidFill>
          <a:ln w="19050">
            <a:solidFill>
              <a:srgbClr val="164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2240280"/>
            <a:ext cx="33284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編集部が執筆したパチスロ情報コラムを読む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554480"/>
            <a:ext cx="3657600" cy="5669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9" y="160934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⭐  機種評価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2121408"/>
            <a:ext cx="3657600" cy="1764792"/>
          </a:xfrm>
          <a:prstGeom prst="rect">
            <a:avLst/>
          </a:prstGeom>
          <a:solidFill>
            <a:srgbClr val="FFFFFF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1" y="2240280"/>
            <a:ext cx="33284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機種ごとの「良い点・気になる点」をユーザー評価で確認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554480"/>
            <a:ext cx="3657600" cy="5669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60934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📋  機種分析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2121408"/>
            <a:ext cx="3657600" cy="1764792"/>
          </a:xfrm>
          <a:prstGeom prst="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2240280"/>
            <a:ext cx="33284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AIが蓄積投稿を分析。良い点・気になる点を箇条書きで自動生成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069080"/>
            <a:ext cx="3657600" cy="566928"/>
          </a:xfrm>
          <a:prstGeom prst="rect">
            <a:avLst/>
          </a:prstGeom>
          <a:solidFill>
            <a:srgbClr val="1A7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12394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🎮  ゲーム性分析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636008"/>
            <a:ext cx="3657600" cy="1764792"/>
          </a:xfrm>
          <a:prstGeom prst="rect">
            <a:avLst/>
          </a:prstGeom>
          <a:solidFill>
            <a:srgbClr val="FFFFFF"/>
          </a:solidFill>
          <a:ln w="19050">
            <a:solidFill>
              <a:srgbClr val="1A7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" y="4754880"/>
            <a:ext cx="33284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CZ設計・AT設計・演出など機種のゲーム性を詳細解説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4069080"/>
            <a:ext cx="3657600" cy="56692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399" y="412394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💬  チャット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4636008"/>
            <a:ext cx="3657600" cy="1764792"/>
          </a:xfrm>
          <a:prstGeom prst="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16551" y="4754880"/>
            <a:ext cx="33284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質問を入力→AIがDB情報を元にバックグラウンドで返答。会話はリアルタイム更新。参加型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4069080"/>
            <a:ext cx="3657600" cy="566928"/>
          </a:xfrm>
          <a:prstGeom prst="rect">
            <a:avLst/>
          </a:prstGeom>
          <a:solidFill>
            <a:srgbClr val="A03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412394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✏️  企画提案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4636008"/>
            <a:ext cx="3657600" cy="1764792"/>
          </a:xfrm>
          <a:prstGeom prst="rect">
            <a:avLst/>
          </a:prstGeom>
          <a:solidFill>
            <a:srgbClr val="FFFFFF"/>
          </a:solidFill>
          <a:ln w="19050">
            <a:solidFill>
              <a:srgbClr val="A03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48471" y="4754880"/>
            <a:ext cx="33284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IP名・ターゲット入力→AIが3問ヒアリング→提案書生成→評価・修正対応まで。参加型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E44AD"/>
                </a:solidFill>
              </a:rPr>
              <a:t>💬 チャット・✏️ 企画提案はユーザー参加型機能です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F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チャット・企画提案の使い方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B9B9"/>
                </a:solidFill>
              </a:rPr>
              <a:t>分析タブ内のユーザー参加型機能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577840" cy="512064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577840" cy="53035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💬 チャット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566928" cy="56692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24028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機種名やキーワードを入力して送信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53512"/>
            <a:ext cx="566928" cy="56692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53512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4495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AIがスロキーのDBを参照してバックグラウンドで返答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58184"/>
            <a:ext cx="566928" cy="56692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58184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849624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返答が届くと画面がリアルタイムで自動更新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62856"/>
            <a:ext cx="566928" cy="56692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62856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654296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続けて質問して情報を深掘りできる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86400"/>
            <a:ext cx="5120640" cy="8229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5778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77"/>
                </a:solidFill>
              </a:rPr>
              <a:t>会話履歴はSupabaseに保存。セッションをまたいで続きから質問可能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463040"/>
            <a:ext cx="5577840" cy="5120640"/>
          </a:xfrm>
          <a:prstGeom prst="rect">
            <a:avLst/>
          </a:prstGeom>
          <a:solidFill>
            <a:srgbClr val="FFFFFF"/>
          </a:solidFill>
          <a:ln w="25400">
            <a:solidFill>
              <a:srgbClr val="A03A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1463040"/>
            <a:ext cx="5577840" cy="530352"/>
          </a:xfrm>
          <a:prstGeom prst="rect">
            <a:avLst/>
          </a:prstGeom>
          <a:solidFill>
            <a:srgbClr val="A03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5087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✏️ 企画提案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148840"/>
            <a:ext cx="566928" cy="566928"/>
          </a:xfrm>
          <a:prstGeom prst="rect">
            <a:avLst/>
          </a:prstGeom>
          <a:solidFill>
            <a:srgbClr val="A03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14884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224028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IP名（版権タイトル）とターゲット像を入力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953512"/>
            <a:ext cx="566928" cy="566928"/>
          </a:xfrm>
          <a:prstGeom prst="rect">
            <a:avLst/>
          </a:prstGeom>
          <a:solidFill>
            <a:srgbClr val="A03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953512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04495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AIが3問ヒアリング（コンセプト・演出方向性・訴求ポイント）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58184"/>
            <a:ext cx="566928" cy="566928"/>
          </a:xfrm>
          <a:prstGeom prst="rect">
            <a:avLst/>
          </a:prstGeom>
          <a:solidFill>
            <a:srgbClr val="A03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58184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3849624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提案書を自動生成（スペック・AT設計・演出骨子を含む）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562856"/>
            <a:ext cx="566928" cy="566928"/>
          </a:xfrm>
          <a:prstGeom prst="rect">
            <a:avLst/>
          </a:prstGeom>
          <a:solidFill>
            <a:srgbClr val="A03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562856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654296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「良い」「修正希望」「やり直し」で評価→修正対応も可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486400"/>
            <a:ext cx="5120640" cy="8229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55778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77"/>
                </a:solidFill>
              </a:rPr>
              <a:t>提案書はリクエスト一覧に保存。過去の提案をいつでも参照可能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F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機種分析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B9B9"/>
                </a:solidFill>
              </a:rPr>
              <a:t>良い点・気になる点をまとめてチェック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機種をドロップダウンから選んで「分析する」を押すだけ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530352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530352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✅ 良い点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• 高設定の爆発力がわかりやすい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• 設定差が演出に出るため判別しやすい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7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• AT中の上乗せ頻度が高く体感満足度大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920240"/>
            <a:ext cx="530352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920240"/>
            <a:ext cx="5303520" cy="502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⚠️ 気になる点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603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• 低設定は天井まで到達しやすくストレス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2004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• CZのデキレ感をユーザーが指摘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840479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• 導入直後は情報が少なく設定判別困難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77"/>
                </a:solidFill>
              </a:rPr>
              <a:t>📊 未分析（N件）→ まだ分析データなし   ⚠️ +N件追加あり → 情報が増えて再分析が必要な機種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F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AIいいね・NGで精度を上げる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FB9B9"/>
                </a:solidFill>
              </a:rPr>
              <a:t>評価がフィードバックされ、次回以降の収集に反映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</a:rPr>
              <a:t>AIが毎日自動収集した投稿（編集部AI・スロキー編集部 名義）を積極的に評価してください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3120"/>
            <a:ext cx="502920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103120"/>
            <a:ext cx="5029200" cy="914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402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♥  いいね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54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C71"/>
                </a:solidFill>
              </a:rPr>
              <a:t>「この種類の情報は役に立つ」シグナル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947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同じソース・機種・内容パターンが
今後も優先的に収集される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103120"/>
            <a:ext cx="502920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2103120"/>
            <a:ext cx="5029200" cy="9144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2402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👎  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154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74C3C"/>
                </a:solidFill>
              </a:rPr>
              <a:t>「このネタは不要・的外れ」シグナル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7947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同種のネタが次回収集から除外される
（badカウントが増加）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17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6479A"/>
                </a:solidFill>
              </a:rPr>
              <a:t>チームみんなで評価するほど、スロキーの情報がチームの好みに最適化されていきます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0F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フィードバック＆よくある質問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035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B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03520" cy="502920"/>
          </a:xfrm>
          <a:prstGeom prst="rect">
            <a:avLst/>
          </a:prstGeom>
          <a:solidFill>
            <a:srgbClr val="0FB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💬 フィードバックの送り方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画面右下の 💬 ボタンをタップ
→ 種類を選ぶ（機能要望・バグ報告・その他）
→ 内容を入力して送信
管理者のみが確認できます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57784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64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577840" cy="502920"/>
          </a:xfrm>
          <a:prstGeom prst="rect">
            <a:avLst/>
          </a:prstGeom>
          <a:solidFill>
            <a:srgbClr val="164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❓ よくある質問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57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479A"/>
                </a:solidFill>
              </a:rPr>
              <a:t>Q. 投稿は全員に見えますか？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A. はい。ツールを開いているメンバー全員が閲覧可能です。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546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479A"/>
                </a:solidFill>
              </a:rPr>
              <a:t>Q. 投稿を間違えた場合は？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661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A. 自分の投稿は削除できます（一覧右上のメニューから）。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51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479A"/>
                </a:solidFill>
              </a:rPr>
              <a:t>Q. スマホとPCで内容は同じですか？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634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A. 同じデータです。どちらからでも最新情報が表示されます。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3492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479A"/>
                </a:solidFill>
              </a:rPr>
              <a:t>Q. 品質スコアとは？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7607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A. 情報の信頼度（Lv.1〜5）。Lv.5が最も信頼度高。URLありの記事はLv.4〜5。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46320"/>
            <a:ext cx="5303520" cy="1645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0292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使いながら育てるツールです
気になること・要望はどんどん送ってください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