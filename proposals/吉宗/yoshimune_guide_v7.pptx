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2000枚が、次の1ゲームでもう1回来るかもしれない。それが怖くてたまらない台。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37160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37160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67240"/>
            <a:ext cx="1371600" cy="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2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BIG 711枚 × 1G連ボーナス機
爆裂4号機・26万台設置
吉宗/姫/爺の3種BB
7を狙うゲーム性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44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344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44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80" y="1167240"/>
            <a:ext cx="1371600" cy="80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144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4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5号機AT機に転換
純増約2.8枚・1セット40G
シリーズを現代仕様に再構成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6080" y="777240"/>
            <a:ext cx="1371600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860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60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080" y="1167240"/>
            <a:ext cx="1371600" cy="80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660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660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BB払出320枚に強化
1セット80G+αに拡張
AT上乗せ性能を大幅強化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76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376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76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2024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680" y="1167240"/>
            <a:ext cx="1371600" cy="80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176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吉宗RISING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6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スマスロ初復活
純増4.0枚・AT平均711枚
昇天ループ・爺と姫が仲間に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280" y="777240"/>
            <a:ext cx="1371600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280" y="777240"/>
            <a:ext cx="1371600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2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280" y="1167240"/>
            <a:ext cx="1371600" cy="800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92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A520"/>
                </a:solidFill>
                <a:latin typeface="メイリオ"/>
              </a:rPr>
              <a:t>L吉宗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92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メイリオ"/>
              </a:rPr>
              <a:t>純増7.11枚・BB 711枚
1G連2回で「裏鷹狩り」
期待枚数3600枚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40880" y="777240"/>
            <a:ext cx="1371600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40880" y="777240"/>
            <a:ext cx="1371600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0880" y="827240"/>
            <a:ext cx="1371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880" y="1167240"/>
            <a:ext cx="1371600" cy="80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520880" y="2007240"/>
            <a:ext cx="12116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0880" y="2347240"/>
            <a:ext cx="1211600" cy="166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真BB 2000枚 × 1G連
「7を狙う」DNA進化
4月6日導入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初代から受け継がれる「7を狙う・1G連・711枚」のDNA ── 真打吉宗はそれを「真BB 2000枚 × 1G連」として昇華させた集大成だから「真打」を名乗れる。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170432"/>
            <a:ext cx="80000" cy="5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170432"/>
            <a:ext cx="235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0808" y="1170432"/>
            <a:ext cx="80000" cy="1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841248"/>
            <a:ext cx="3200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29000"/>
            <a:ext cx="2286000" cy="700000"/>
          </a:xfrm>
          <a:prstGeom prst="rect">
            <a:avLst/>
          </a:prstGeom>
          <a:solidFill>
            <a:srgbClr val="06082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3493008"/>
            <a:ext cx="210312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AAFF"/>
                </a:solidFill>
                <a:latin typeface="メイリオ"/>
              </a:rPr>
              <a:t>天井ルート
CZ間 1,000G
AT間 1,500G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