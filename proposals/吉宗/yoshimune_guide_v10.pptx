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2000枚が、次の1ゲームでもう1回来るかもしれない。それが怖くてたまらない台。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この台の正直なところ  ──  知ってから打てばもっと楽しい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一言で言うと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初代吉宗の「7を狙う・1G連」をスマスロで進化させた爆裂機。真BBに辿り着くまでは地味だが、辿り着いた瞬間から別の台になる。
勝ってるのに、次の1ゲームが怖くてたまらない ── それがこの台の本質。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打ってよかった声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「2000枚が複数回来た時の興奮は別格」
✔ 「1G連が来るかどうかの1ゲームが忘れられない」
✔ 「周期システムが分かると見え方が変わる」
✔ 「吉宗世代には刺さりまくる」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知っておくべきリスク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低設定は真BBまでの道のりが長く苦しい
✗ CZスルーが続くとペースが掴めない
✗ 真高確率に入っても真BBを引けないことも
✗ コイン単価が高め・荒波耐性が必要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約15,000台（2026年4月）  /  吉宗シリーズファン多数  /  4月導入組で稼働独走中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この資料では、「真BBまでの道のり」と「1G連が生まれる瞬間」を順を追って解説します。
仕組みを知ってから打つと、1ゲームごとの意味が変わります。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BIG 711枚 × 1G連ボーナス機
爆裂4号機・26万台設置
吉宗/姫/爺の3種BB
7を狙うゲーム性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44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144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4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5号機AT機に転換
純増約2.8枚・1セット40G
シリーズを現代仕様に再構成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60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660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60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BB払出320枚に強化
1セット80G+αに拡張
AT上乗せ性能を大幅強化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76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76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吉宗RISING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6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スマスロ初復活
純増4.0枚・AT平均711枚
昇天ループ・爺と姫が仲間に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2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92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L吉宗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92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純増7.11枚・BB 711枚
1G連2回で「裏鷹狩り」
期待枚数3600枚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0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20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0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真BB 2000枚 × 1G連
「7を狙う」DNA進化
4月6日導入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初代から受け継がれる「7を狙う・1G連・711枚」のDNA ── 真打吉宗はそれを「真BB 2000枚 × 1G連」として昇華させた集大成だから「真打」を名乗れる。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182880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182880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087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240280"/>
            <a:ext cx="182880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240280"/>
            <a:ext cx="182880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240280"/>
            <a:ext cx="182880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240280"/>
            <a:ext cx="182880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508760"/>
            <a:ext cx="182880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087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047280" y="13441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04728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02996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17880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632764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16200000">
            <a:off x="7493800" y="2011680"/>
            <a:ext cx="100000" cy="20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76488" y="1508760"/>
            <a:ext cx="80000" cy="985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11112" y="1490472"/>
            <a:ext cx="2120000" cy="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822960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291840"/>
            <a:ext cx="2011680" cy="700000"/>
          </a:xfrm>
          <a:prstGeom prst="rect">
            <a:avLst/>
          </a:prstGeom>
          <a:solidFill>
            <a:srgbClr val="06082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3355848"/>
            <a:ext cx="18288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AAFF"/>
                </a:solidFill>
                <a:latin typeface="メイリオ"/>
              </a:rPr>
              <a:t>天井ルート
CZ間 1,000G
AT間 1,500G
→ 天井到達でAT保証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291840"/>
            <a:ext cx="658368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355848"/>
            <a:ext cx="630936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まとめ  ──  真打吉宗で覚えておくべき3つのこと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76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4124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D760"/>
                </a:solidFill>
                <a:latin typeface="メイリオ"/>
              </a:rPr>
              <a:t>「2000枚が、次の1ゲームでもう1回来るかもしれない。それが怖くてたまらない台。」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618488"/>
            <a:ext cx="2834640" cy="38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① 真BBが本番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通常ATは「真BBへの道のり」。
真高確率に入って青7が揃った瞬間、
2000枚×9枚/Gの別の台が始まる。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752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7520" y="1618488"/>
            <a:ext cx="28346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752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② 次の1Gに全部かかっている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752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真BB中の1G連抽選がこの台の核心。
成敗役を引くたびにループのチャンス。
連鎖するほど2000枚が積み上がる。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216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2160" y="1618488"/>
            <a:ext cx="2834640" cy="3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216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③ 設定が入る日を選ぶ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216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設定6は機械割114%・業界最高水準。
設定1と設定6では別の台と思うべき。
高設定確保が最大の攻略。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58768"/>
            <a:ext cx="8778240" cy="6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858768"/>
            <a:ext cx="60000" cy="6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13632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初代から受け継がれた「7を狙う・1G連・711枚」のDNA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24528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真打吉宗はそれを「真BB 2000枚 × 1G連ループ」として昇華させたシリーズの集大成。怖くてたまらない1ゲームを、ぜひ体験してください。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