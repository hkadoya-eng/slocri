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2000枚が、次の1ゲームでもう1回来るかもしれない。それが怖くてたまらない台。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BIG 711枚 × 1G連ボーナス機
爆裂4号機・26万台設置
吉宗/姫/爺の3種BB
7を狙うゲーム性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44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144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4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5号機AT機に転換
純増約2.8枚・1セット40G
シリーズを現代仕様に再構成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60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660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0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BB払出320枚に強化
1セット80G+αに拡張
AT上乗せ性能を大幅強化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76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6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吉宗RISING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6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スマスロ初復活
純増4.0枚・AT平均711枚
昇天ループ・爺と姫が仲間に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2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92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L吉宗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92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純増7.11枚・BB 711枚
1G連2回で「裏鷹狩り」
期待枚数3600枚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0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20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0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真BB 2000枚 × 1G連
「7を狙う」DNA進化
4月6日導入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初代から受け継がれる「7を狙う・1G連・711枚」のDNA ── 真打吉宗はそれを「真BB 2000枚 × 1G連」として昇華させた集大成だから「真打」を名乗れる。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047280" y="13441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04728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02996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17880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632764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16200000">
            <a:off x="7493800" y="2011680"/>
            <a:ext cx="100000" cy="20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76488" y="1508760"/>
            <a:ext cx="80000" cy="985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1112" y="1490472"/>
            <a:ext cx="212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822960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291840"/>
            <a:ext cx="2011680" cy="700000"/>
          </a:xfrm>
          <a:prstGeom prst="rect">
            <a:avLst/>
          </a:prstGeom>
          <a:solidFill>
            <a:srgbClr val="06082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3355848"/>
            <a:ext cx="18288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AAFF"/>
                </a:solidFill>
                <a:latin typeface="メイリオ"/>
              </a:rPr>
              <a:t>天井ルート
CZ間 1,000G
AT間 1,500G
→ 天井到達でAT保証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291840"/>
            <a:ext cx="658368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355848"/>
            <a:ext cx="630936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