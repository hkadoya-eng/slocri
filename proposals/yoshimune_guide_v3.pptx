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完全解説ガイド  ──  ゲーム性・フロー・設定差をすべて理解する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618488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618488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業界初・シャッター付き液晶
全国26万台設置（歴代2位）
爆裂1G連AT・「おじゃる！」の衝撃
パチスロ文化を変えた伝説機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1368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1368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1368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368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吉宗（AT機）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1368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時代の変化でAT機に転換
ゲーム性を現代仕様に再構成
シリーズファンへの橋渡し役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9856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9856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9856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56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9856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BB払出320枚に強化
演出・システムをさらに進化
「極」の名の通りパワーアップ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8344" y="777240"/>
            <a:ext cx="1618488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8344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8344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344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スマスロ 吉宗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344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スマスロ初代として復活
天井999G、16:9液晶
往年のファンを熱狂させた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6832" y="777240"/>
            <a:ext cx="1618488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6832" y="777240"/>
            <a:ext cx="1618488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6832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6832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6832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スマスロシリーズの集大成
真BB2000枚 × 1G連を搭載
「真打」＝歌舞伎で最高位の称号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「真打（しんうち）」とは歌舞伎・落語の世界で最高位の称号。シリーズの集大成として、初代の魂を受け継ぎながら進化した最終形態を意味する。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184440" y="129844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18444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33172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70916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708660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5400000">
            <a:off x="7859560" y="15727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188720"/>
            <a:ext cx="100000" cy="46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1188720"/>
            <a:ext cx="2000000" cy="10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1572768"/>
            <a:ext cx="100000" cy="10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914400"/>
            <a:ext cx="25603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74720"/>
            <a:ext cx="2103120" cy="430000"/>
          </a:xfrm>
          <a:prstGeom prst="rect">
            <a:avLst/>
          </a:prstGeom>
          <a:solidFill>
            <a:srgbClr val="080828"/>
          </a:solidFill>
          <a:ln w="1524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20440"/>
            <a:ext cx="192024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FF"/>
                </a:solidFill>
                <a:latin typeface="メイリオ"/>
              </a:rPr>
              <a:t>天井ルート
CZ間1000G
AT間1500G
→ 天井到達でAT保証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74720"/>
            <a:ext cx="621792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5943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24612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  → 設定2以上
銀  → 設定3以上
金  → 設定4以上
虹  → 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0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6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2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2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68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294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34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0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668720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 → 設定4以上
555枚 → 設定5以上
666枚 → 設定6濃厚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
　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向いているユーザー：「爆発力重視」「吉宗シリーズファン」「高設定を確保できる環境」
この3条件が揃う場面で最大限に輝く台。低設定・全台低設定のホールでは荒波に注意。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