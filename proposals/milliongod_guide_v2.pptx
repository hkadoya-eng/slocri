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640080"/>
            <a:ext cx="5029200" cy="4114800"/>
          </a:xfrm>
          <a:prstGeom prst="rect">
            <a:avLst/>
          </a:prstGeom>
          <a:solidFill>
            <a:srgbClr val="050314"/>
          </a:solidFill>
          <a:ln w="317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5029200" cy="5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47548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  <a:latin typeface="游明朝"/>
              </a:rPr>
              <a:t>MILLION GOD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16152"/>
            <a:ext cx="475488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游明朝"/>
              </a:rPr>
              <a:t>神々の軌跡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4754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E6C8"/>
                </a:solidFill>
                <a:latin typeface="メイリオ"/>
              </a:rPr>
              <a:t>スマスロ（L型）  /  ミズホ  /  2026年4月20日導入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4663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E6C8"/>
                </a:solidFill>
                <a:latin typeface="メイリオ"/>
              </a:rPr>
              <a:t>GOD揃い 1/16,384 の一撃が全てを変える。
純増7.0枚/Gの爆速ATが引き起こす
神々の連鎖を体験せよ。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640080"/>
            <a:ext cx="3474720" cy="38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685800"/>
            <a:ext cx="32918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基本スペック早見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078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108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108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約7.0枚/G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406992"/>
            <a:ext cx="3474720" cy="320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436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36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GG間 1,480G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734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764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GOD揃い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764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1/16,384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062992"/>
            <a:ext cx="3474720" cy="320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092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設定6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092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機械割 114.6%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390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420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設定1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420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機械割 97.2%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79192"/>
            <a:ext cx="3474720" cy="2075688"/>
          </a:xfrm>
          <a:prstGeom prst="rect">
            <a:avLst/>
          </a:prstGeom>
          <a:solidFill>
            <a:srgbClr val="0A0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679192"/>
            <a:ext cx="60000" cy="2075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27432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2002年の4号機・初代から受け継がれた
「GOD揃い」の一撃爆発DNA。
スマスロ最新作「神々の軌跡」で
24年のシリーズが新たな高みへ。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この台の正直なところ  ──  知ってから打てばもっと楽しい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00625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一言で言うと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84124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純増7.0枚/Gの爆速ATを持ちながら、真の爆発はGOD揃い（1/16,384）に宿る荒波マシン。Z-GAMEの黄7連鎖が美しい一方、低設定での天井単発地獄は業界屈指の厳しさ。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41208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游明朝"/>
              </a:rPr>
              <a:t>打ってよかった声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「純増7枚の爽快感は別格・出玉スピードが気持ちいい」
✔ 「GOD揃い時の3,000枚超えは震えた」
✔ 「Z-GAMEの黄7連鎖演出が美しい」
✔ 「設定6確保できた日は最高のゲーム性」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8040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游明朝"/>
              </a:rPr>
              <a:t>知っておくべきリスク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低設定は天井単発を繰り返す「収支マイナス確定機」
✗ GOD揃い確率1/16,384（凱旋の倍以上レア）
✗ 通常時のゲーム性が単調・虚無感あり
✗ ユーザー評価1.74/5.0（DMMぱちタウン 239件）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62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 2026年4月20日  /  ミズホ（ユニバーサルグループ）  /  スマスロ（L型）  /  24年続くシリーズ最新作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この資料では「通常時の読み方」から「GOD揃いまでの道のり」を順を追って解説します。
仕組みを知ってから打つと、ステージの色が変わる意味・Z-GAMEの凄さが分かります。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DMMぱちタウンより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HISTORY  ──  ミリオンゴッドシリーズの歴史と「軌跡」の意味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2002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8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  <a:latin typeface="メイリオ"/>
              </a:rPr>
              <a:t>初代 ミリオンゴッド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8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4号機爆裂機の最強格
GOD揃いで純増10枚×AT500G
射幸性により2003年強制撤去
伝説として語り継がれる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44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44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  <a:latin typeface="メイリオ"/>
              </a:rPr>
              <a:t>神々の系譜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44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約8年ぶりの5号機復活
ART5セット+ループストック
GOD揃いでAT量産の設計確立
シリーズ復活を果たした一作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60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2014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460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  <a:latin typeface="メイリオ"/>
              </a:rPr>
              <a:t>アナザーゴッドハーデス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60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初のスピンオフ機種誕生
冥界テーマで高い人気
GOD系スピンオフの礎
凱旋と並ぶシリーズの雄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80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76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976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4A520"/>
                </a:solidFill>
                <a:latin typeface="メイリオ"/>
              </a:rPr>
              <a:t>神々の凱旋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6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E6C8"/>
                </a:solidFill>
                <a:latin typeface="メイリオ"/>
              </a:rPr>
              <a:t>シリーズ最高傑作・評価3.35/5.0
導入約70,000台の大ヒット
GOD揃いでAT5セット+25%ループ
G-STOPで「自力感」を完成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80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2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2023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492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4A520"/>
                </a:solidFill>
                <a:latin typeface="メイリオ"/>
              </a:rPr>
              <a:t>ハーデス-槍撃ver.-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92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6号機ハーデス最終章
6号機規制内での爆発力追求
スピンオフシリーズ集大成
6号機時代の代表格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10052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08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2026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5008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  <a:latin typeface="メイリオ"/>
              </a:rPr>
              <a:t>神々の軌跡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08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E6C8"/>
                </a:solidFill>
                <a:latin typeface="メイリオ"/>
              </a:rPr>
              <a:t>純増7.0枚/G スマスロ新章
Z-GAME黄7連鎖が新機軸
GOD揃い 1/16,384
4月20日 系譜の最新到達点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2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2002年初代の「GOD揃い爆発」DNA ── 神々の軌跡は純増7.0枚/G × GOD揃い1/16,384でその系譜を最新技術で昇華させた。だから「軌跡」を名乗れる。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SPEC  ──  基本スペック一覧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ミズホ（ユニバーサルグループ）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2026年4月20日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約7.0枚/G（GG消化中）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約30.8G／50枚（設定1）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1/533  〜  設定6: 1/295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GG間 1,480G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GOD揃い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1/16,384（全設定共通）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赤7揃い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1/6,900（全設定共通）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設定別 機械割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54880" y="1234440"/>
            <a:ext cx="20527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54880" y="1579440"/>
            <a:ext cx="382555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99.1%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54880" y="1924440"/>
            <a:ext cx="66247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54880" y="2269440"/>
            <a:ext cx="1110342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106.9%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54880" y="2614440"/>
            <a:ext cx="1558212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111.7%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114.6%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設定6の114.6%は現行スマスロ最高水準。設定1の97.2%は機械的に収支マイナス。設定差はAT初当りに集中。偶数設定が安定型・奇数設定が爆裂型の構造。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一撃より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ゲームフロー全体図  ──  通常時から神の爆発まで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02920"/>
            <a:ext cx="2743200" cy="1097280"/>
          </a:xfrm>
          <a:prstGeom prst="rect">
            <a:avLst/>
          </a:prstGeom>
          <a:solidFill>
            <a:srgbClr val="100822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通常時 / 前兆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6種ステージでモード管理
ガイア・アテナが前兆のサイン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02920"/>
            <a:ext cx="2743200" cy="1097280"/>
          </a:xfrm>
          <a:prstGeom prst="rect">
            <a:avLst/>
          </a:prstGeom>
          <a:solidFill>
            <a:srgbClr val="1C1200"/>
          </a:solidFill>
          <a:ln w="2286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96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GG当選 / Z-ZONE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896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GG当選確定で0揃い→Z-ZONE突入
5G間で黄7×5連→ストック獲得
成功率 約90% ※ネットより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02920"/>
            <a:ext cx="2743200" cy="1097280"/>
          </a:xfrm>
          <a:prstGeom prst="rect">
            <a:avLst/>
          </a:prstGeom>
          <a:solidFill>
            <a:srgbClr val="180800"/>
          </a:solidFill>
          <a:ln w="2286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4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GG消化  GOD 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4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50G × ストック数 / 純増7.0枚/G
赤7揃い → SGG突入
GOD揃い(1/16,384) → PGG突入</a:t>
            </a:r>
          </a:p>
        </p:txBody>
      </p:sp>
      <p:sp>
        <p:nvSpPr>
          <p:cNvPr id="15" name="Can 14"/>
          <p:cNvSpPr/>
          <p:nvPr/>
        </p:nvSpPr>
        <p:spPr>
          <a:xfrm>
            <a:off x="2966080" y="1025840"/>
            <a:ext cx="102880" cy="5144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892160" y="1025840"/>
            <a:ext cx="102880" cy="5144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 rot="5400000">
            <a:off x="7341640" y="1660200"/>
            <a:ext cx="130000" cy="38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743200" cy="1097280"/>
          </a:xfrm>
          <a:prstGeom prst="rect">
            <a:avLst/>
          </a:prstGeom>
          <a:solidFill>
            <a:srgbClr val="181400"/>
          </a:solidFill>
          <a:ln w="2286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504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GGストックループ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04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GG消化後 ストック残→GG継続
Dループ(80%)なら連荘爆発！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100424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96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SGG / PGG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896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赤7揃い → SGG（継続率75%+）
GOD揃い → PGG（期待3,000枚）
GG消化中に内部抽選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2743200" cy="1097280"/>
          </a:xfrm>
          <a:prstGeom prst="rect">
            <a:avLst/>
          </a:prstGeom>
          <a:solidFill>
            <a:srgbClr val="060C22"/>
          </a:solidFill>
          <a:ln w="228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88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G-ZONE  引き戻し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8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GG/SGG終了後5Gのチャンス
奇数揃いでGG再突入！
ストックなしでも逆転あり</a:t>
            </a:r>
          </a:p>
        </p:txBody>
      </p:sp>
      <p:sp>
        <p:nvSpPr>
          <p:cNvPr id="27" name="Can 26"/>
          <p:cNvSpPr/>
          <p:nvPr/>
        </p:nvSpPr>
        <p:spPr>
          <a:xfrm rot="10800000">
            <a:off x="5892160" y="2622480"/>
            <a:ext cx="102880" cy="15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 rot="10800000">
            <a:off x="2966080" y="2622480"/>
            <a:ext cx="102880" cy="15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6980" y="1798840"/>
            <a:ext cx="55000" cy="3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26980" y="1771340"/>
            <a:ext cx="2981080" cy="5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3060" y="1798840"/>
            <a:ext cx="55000" cy="3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34480" y="1838840"/>
            <a:ext cx="28460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3C5FD"/>
                </a:solidFill>
                <a:latin typeface="メイリオ"/>
              </a:rPr>
              <a:t>↺ G-ZONE成功でGG再突入！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29000"/>
            <a:ext cx="2286000" cy="900000"/>
          </a:xfrm>
          <a:prstGeom prst="rect">
            <a:avLst/>
          </a:prstGeom>
          <a:solidFill>
            <a:srgbClr val="0408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80" y="3509000"/>
            <a:ext cx="2011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  <a:latin typeface="メイリオ"/>
              </a:rPr>
              <a:t>天井ルート
GG間 1,480G
天井到達でGG保証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3429000"/>
            <a:ext cx="6263640" cy="90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3529000"/>
            <a:ext cx="59436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爆発の核心は「GOD揃い→PGG」。GGストック4個+80%Dループで3,000枚超えが現実になる。
ただし通常GGの期待枚数は約250〜400枚。連荘なければあっという間に消えていく枚数感に注意。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通常時の仕組み  ──  ステージ × モード × 前兆演出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92608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74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游明朝"/>
              </a:rPr>
              <a:t>① ステージ6種（モード示唆）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アポロン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56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アフロディーテ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56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24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アルテミス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24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92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EE44"/>
                </a:solidFill>
                <a:latin typeface="メイリオ"/>
              </a:rPr>
              <a:t>アクロポリス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92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高確示唆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60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8800"/>
                </a:solidFill>
                <a:latin typeface="メイリオ"/>
              </a:rPr>
              <a:t>アテナ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260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前兆示唆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52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ガイア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528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GG超高確率・Z-ZONE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777240"/>
            <a:ext cx="283464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② ループストック4種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18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ストックA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18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 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0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ストックB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50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182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ストックC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82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14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  <a:latin typeface="メイリオ"/>
              </a:rPr>
              <a:t>ストックD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14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488720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メイリオ"/>
              </a:rPr>
              <a:t>GG当選時に内部でストック種別が決定。
D(80%)を引けるかが爆発規模の全て。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777240"/>
            <a:ext cx="274320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游明朝"/>
              </a:rPr>
              <a:t>③ 前兆・遅れ演出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18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E6C8"/>
                </a:solidFill>
                <a:latin typeface="メイリオ"/>
              </a:rPr>
              <a:t>「遅れ」演出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118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GG期待度アップ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45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700/707/7VV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145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超天国示唆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71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EE44"/>
                </a:solidFill>
                <a:latin typeface="メイリオ"/>
              </a:rPr>
              <a:t>ブラックホール1回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171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天国準備以上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98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8800"/>
                </a:solidFill>
                <a:latin typeface="メイリオ"/>
              </a:rPr>
              <a:t>右回転遺跡ST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198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天国以上の期待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24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ガイアST移行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224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GG超高確率状態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51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DE047"/>
                </a:solidFill>
                <a:latin typeface="メイリオ"/>
              </a:rPr>
              <a:t>光の風（右→左）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251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GG前兆以上濃厚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01752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090672"/>
            <a:ext cx="8778240" cy="640000"/>
          </a:xfrm>
          <a:prstGeom prst="rect">
            <a:avLst/>
          </a:prstGeom>
          <a:solidFill>
            <a:srgbClr val="080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145536"/>
            <a:ext cx="84124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通常時の読み方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7472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ガイア・アテナ・アクロポリスに移行したら好機 → 「遅れ」「光の風」で前兆を察知 → GG当選 → ストック種別で規模が決まる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224528"/>
            <a:ext cx="8778240" cy="380000"/>
          </a:xfrm>
          <a:prstGeom prst="rect">
            <a:avLst/>
          </a:prstGeom>
          <a:solidFill>
            <a:srgbClr val="080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279392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内部モードは「表」「裏」の2種類。裏モードはGG当選率が大幅に高い。モードはGG終了時に再抽選される。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AT詳細  ──  Z-ZONE(GG当選時) → GG消化 → SGG / PGG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C1600"/>
          </a:solidFill>
          <a:ln w="254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E047"/>
                </a:solidFill>
                <a:latin typeface="游明朝"/>
              </a:rPr>
              <a:t>Z-ZONE / Z-GAME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GG当選確定時（AT外）に発生
「0揃い」で突入濃厚
【Z-ZONE（5G間）】
  5G間で黄7を引くと
  Z-GAMEへ突入！
【Z-GAME】
  黄7揃うたびGGストック+1
  ハズレor青7で終了
  5連成功率 約90% ※ネットより</a:t>
            </a:r>
          </a:p>
        </p:txBody>
      </p:sp>
      <p:sp>
        <p:nvSpPr>
          <p:cNvPr id="9" name="Can 8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C00"/>
          </a:solidFill>
          <a:ln w="317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游明朝"/>
              </a:rPr>
              <a:t>GG  GOD GAME（AT本体）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1セット50G / 純増：約7.0枚/G
ストックA〜Dを1個消費して消化
【消化後の分岐】
  ストック残 → GGループ継続
  ストックなし → G-ZONE（5G）
  赤7揃い → SGG突入
  GOD揃い → PGG突入</a:t>
            </a:r>
          </a:p>
        </p:txBody>
      </p:sp>
      <p:sp>
        <p:nvSpPr>
          <p:cNvPr id="13" name="Can 12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40422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游明朝"/>
              </a:rPr>
              <a:t>SGG / PGG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【SGG  赤7揃い時】
継続率75%以上
上乗せ連鎖が続く
【PGG  GOD揃い時】
確率1/16,384
GGストック4個
+80%Dループ
期待枚数3,000枚超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游明朝"/>
              </a:rPr>
              <a:t>Z-ZONEはGG当選確定時・AT外に発生。通常のGG消化中（50G中）には存在しない。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GG当選→Z-ZONE/Z-GAMEでストックを積み上げ→GG消化→赤7/GOD揃いでSGG/PGGへ。この連鎖が爆発の全て。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クライマックス  ──  GOD揃い（1/16,384）→ PGG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80A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GOD揃い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確率：1/16,384
（全設定共通）
GG消化中に
GOD絵柄が揃えば
PREMIUM GOD GAME
（PGG）へ突入！
★ 神々の凱旋(1/8,192)の
   約2倍のレア度
   ＝ 最高の瞬間</a:t>
            </a:r>
          </a:p>
        </p:txBody>
      </p:sp>
      <p:sp>
        <p:nvSpPr>
          <p:cNvPr id="9" name="Can 8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2012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游明朝"/>
              </a:rPr>
              <a:t>PGG  PREMIUM GOD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GOD揃い時の最上位AT。
【初期特典（確定）】
  GGストック 4個確定
  ストックD(80%)確定
【期待枚数】
  3,000枚以上
【消化中】
  GG × 4セット以上ループ
  + さらなるGOD揃いの夢</a:t>
            </a:r>
          </a:p>
        </p:txBody>
      </p:sp>
      <p:sp>
        <p:nvSpPr>
          <p:cNvPr id="13" name="Can 12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2218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GGループ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GGを4セット以上
連続消化！
1GG ≈ 350枚
× 4回以上
★ 4連で
   約1,400枚
★ GOD再揃いで
   さらに倍増！
最大爆発時
3,000枚超え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游明朝"/>
              </a:rPr>
              <a:t>GOD揃いが全ての頂点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PGGはGGストック4個+D(80%)確定でスタート。通常ATの8倍以上の出玉が保証される「神の時間」。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設定示唆 &amp; 設定差  ──  高設定を見抜く判別ポイント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0E0820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游明朝"/>
              </a:rPr>
              <a:t>設定示唆演出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メイリオ"/>
              </a:rPr>
              <a:t>ユニバプレート色（GG終了後）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メイリオ"/>
              </a:rPr>
              <a:t>青7連続AT抽選（最大の設定差）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設定1: 3連で1.2%  /  設定2: 10.2%
高設定ほど青7連続当選が頻発する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C5FD"/>
                </a:solidFill>
                <a:latin typeface="メイリオ"/>
              </a:rPr>
              <a:t>GG終了時のキャラボイス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特定キャラのセリフが設定を示唆
女神系ボイスは高設定ほど多い傾向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GG後のステージ移行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即ガイアステージ移行は高設定ほど多い
アクロポリス継続も好意味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設定差まとめ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4880" y="1188720"/>
            <a:ext cx="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4880" y="1188720"/>
            <a:ext cx="16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4880" y="1188720"/>
            <a:ext cx="1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4880" y="153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1/533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4880" y="153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4880" y="187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4880" y="187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4880" y="187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99.1%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4880" y="220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4880" y="220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4880" y="220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4880" y="254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4880" y="254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4880" y="254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106.9%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4880" y="287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54880" y="287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4880" y="287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111.7%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321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54880" y="321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1/295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4880" y="321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00"/>
                </a:solidFill>
                <a:latin typeface="メイリオ"/>
              </a:rPr>
              <a:t>114.6%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奇数設定(1/3/5)はAT初当りが粗め・偶数設定(2/4/6)が安定型。設定6の114.6%は業界最高水準。ユニバプレートの虹を累積して総合判断するのが基本。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一撃より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まとめ  ──  神々の軌跡で覚えておくべき3つのこと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778240" cy="76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84124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D700"/>
                </a:solidFill>
                <a:latin typeface="游明朝"/>
              </a:rPr>
              <a:t>「GOD揃い 1/16,384 の一撃が全てを変える。純増7.0枚/Gの爆速で神々の軌跡を刻め。」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618488"/>
            <a:ext cx="283464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① GGで止まるな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通常GGは約250〜400枚の通過点。
SGG→Z-GAMEを連鎖させて
GGストックを積み上げるのが本番。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752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7520" y="1618488"/>
            <a:ext cx="2834640" cy="380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752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② GOD揃いが全ての頂点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752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PGG突入でGGストック4個+80%確定。
3,000枚超えは現実になる。
1/16,384 ── その瞬間を待て。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216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2160" y="1618488"/>
            <a:ext cx="2834640" cy="3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216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③ 設定が入る日を選ぶ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216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設定6は114.6%・業界最高水準。
設定1は97.2%・天井単発の地獄。
ユニバプレート虹を積み上げ高設定を狙え。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8778240" cy="68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858768"/>
            <a:ext cx="60000" cy="68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13632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游明朝"/>
              </a:rPr>
              <a:t>2002年初代から受け継がれた「GOD揃い爆発」のDNA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4528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ミリオンゴッド神々の軌跡はそれを「純増7.0枚×Z-GAME連鎖×GOD揃いPGG」として昇華させたシリーズの新たな到達点。神の時間を、ぜひ体験してください。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