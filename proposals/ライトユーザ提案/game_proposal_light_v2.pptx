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ゲーム性提案　2案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85A30"/>
                </a:solidFill>
              </a:rPr>
              <a:t>20代ライトユーザー向け　新機種コンセプト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5029200" cy="25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86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案①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86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積み上げ型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来るたびに有利になる台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63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案③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639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自分の判断で展開が変わる台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案①　積み上げ型　―　来るたびに有利になる台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1010"/>
                </a:solidFill>
              </a:rPr>
              <a:t>「前回の続きから始まる」設計で、来店のたびに天井が短くなる。長く付き合うほど得をする台。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通常時：レア役でSPが自動で貯まる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（特別な操作は不要）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：押し順ナビに従って消化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セット終了ごとに継続演出を楽しむ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B07A"/>
                </a:solidFill>
              </a:rPr>
              <a:t>▌ 全体ルール・何をすれば勝ち？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320" y="3703320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320" y="3711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SP（ストックポイント）を貯める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20" y="371132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天井Gが短縮される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320" y="4178808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320" y="41868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天井に到達してATに入る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320" y="41868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枚数を獲得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320" y="4654296"/>
            <a:ext cx="4005072" cy="41148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320" y="46622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SP引き継ぎで次回来店も有利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320" y="466229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→ 来るほど楽になる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320" y="5212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320" y="5532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週1〜2回来店の20〜30代
「投資した分だけ報われたい」層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10512"/>
            <a:ext cx="4206240" cy="269748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ゲームの道筋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8440" y="2240280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3440" y="2248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通常プレイ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3440" y="2248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レア役でSP自動蓄積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39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8440" y="2679192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3440" y="2687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SP蓄積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3440" y="2687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貯まるほど天井が短くなる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0781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8440" y="3118104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3440" y="31261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天井到達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3440" y="31261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SP0→600G / SPMAX→300G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5170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8440" y="3557016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3440" y="3565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AT突入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3440" y="3565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押し順ナビ＋セット継続演出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95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88440" y="3995928"/>
            <a:ext cx="4005072" cy="384048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3440" y="4003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枚数獲得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3440" y="40039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終了後SPを引き継いで次回へ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617720"/>
            <a:ext cx="4206240" cy="1920240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3440" y="4681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3440" y="50292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3440" y="5029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SP0: 600G → SPMAX: 300G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3440" y="5303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3440" y="5303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93440" y="55778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3440" y="5577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440" y="5852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3440" y="5852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スマスロ（SP記録・引き継ぎ必須）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3440" y="61264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参考機種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3440" y="6126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LモンキーターンV（SP引継）/ Lまどか☆マギカ4（壁引継）/ Lゴッドイーター3（レベル蓄積）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案③　リスク選択型　―　自分の判断で展開が変わる台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2C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42"/>
                </a:solidFill>
              </a:rPr>
              <a:t>ATの各セットで「攻める」か「守る」かを選ぶ。結果は自分の判断次第。勝っても負けても「自分が決めた」納得感がある。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4160520" cy="443484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プレイヤーは何をするの？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2212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通常時：押し順ナビに従って消化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20" y="25054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（スペシャルな操作なし）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20" y="279806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AT突入：各セット開始時に択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20" y="3090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　　　　「攻め」or「守り」を選ぶ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20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AT中　：選んだルートの演出を楽しむ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320" y="3520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C542"/>
                </a:solidFill>
              </a:rPr>
              <a:t>▌ 全体ルール・何をすれば勝ち？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320" y="3858768"/>
            <a:ext cx="1938528" cy="1691640"/>
          </a:xfrm>
          <a:prstGeom prst="rect">
            <a:avLst/>
          </a:prstGeom>
          <a:solidFill>
            <a:srgbClr val="2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320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攻め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320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上乗せG数：大（+40〜100G）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320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セット終了リスク：あり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320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ハイリスク・ハイリターン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9288" y="3858768"/>
            <a:ext cx="1938528" cy="169164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9288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99DD"/>
                </a:solidFill>
              </a:rPr>
              <a:t>守り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9288" y="42793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上乗せG数：小（+10〜30G）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9288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セット継続：ほぼ確定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9288" y="48646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→ 安定して枚数を積む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320" y="5486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▌ ターゲット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320" y="58064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「自分で決めたい・結果に納得したい」20〜30代
ゲームの判断要素が好きな層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810512"/>
            <a:ext cx="4206240" cy="2880360"/>
          </a:xfrm>
          <a:prstGeom prst="rect">
            <a:avLst/>
          </a:prstGeom>
          <a:solidFill>
            <a:srgbClr val="1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3440" y="18745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ゲームの道筋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8440" y="2240280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3440" y="2246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BBCC"/>
                </a:solidFill>
              </a:rPr>
              <a:t>通常プレイ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3440" y="22462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押し順ナビ消化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014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8440" y="2633472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3440" y="2639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C542"/>
                </a:solidFill>
              </a:rPr>
              <a:t>天井到達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3440" y="2639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500G（設定6: 250G）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994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8440" y="3026664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3440" y="30326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AT突入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3440" y="30326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BURST CHAIN 1セット目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3878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88440" y="3419856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3440" y="34258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85A30"/>
                </a:solidFill>
              </a:rPr>
              <a:t>択：攻め or 守り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3440" y="34258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毎セット開始時に選ぶ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7810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8440" y="3813048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3440" y="3819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攻め成功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3440" y="38190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大量上乗せ→継続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8440" y="4206240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3440" y="4212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599DD"/>
                </a:solidFill>
              </a:rPr>
              <a:t>攻め失敗 or 守り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3440" y="42122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安定上乗せ→次セットへ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567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88440" y="4599432"/>
            <a:ext cx="4005072" cy="347472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3440" y="46054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CB07A"/>
                </a:solidFill>
              </a:rPr>
              <a:t>枚数獲得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3440" y="46054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通算で目標超えを目指す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4800600"/>
            <a:ext cx="4206240" cy="1737360"/>
          </a:xfrm>
          <a:prstGeom prst="rect">
            <a:avLst/>
          </a:prstGeom>
          <a:solidFill>
            <a:srgbClr val="1A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3440" y="4864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</a:rPr>
              <a:t>▌ スペック（目安）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3440" y="52120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3440" y="52120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500G / 設定6: 250G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3440" y="54681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AT純増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13440" y="5468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3.8枚 / コイン単価 3.0円前後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93440" y="5724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3440" y="5724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3440" y="59801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3440" y="5980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93440" y="6236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参考機種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3440" y="62362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L乃木坂46バイナリースター（択設計）/ Lバジリスク絆2（バトル択）/ L番長ZERO（AT内択）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0000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案②　検討中のアイデア候補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「時間帯による選択」は実現困難。以下の方向で引き続き検討中。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0000" cy="1572768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20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99DD"/>
                </a:solidFill>
              </a:rPr>
              <a:t>A　デイリーミッション型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13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台側が「今日のミッション」を自動設定。プレイヤーは選ばない。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08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参考：FGO・モンスト等のデイリークエスト（パチスロでの先行事例はほぼなし）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23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98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全体ルール：今日のミッション（例:AT2回入る・○○枚獲得）を達成する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072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勝ちの条件：ミッション達成 → スマスロに記録・称号ゲット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467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選択肢がないのでルールがシンプル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21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「台が決めたミッション」に乗れない人には刺さらない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72968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72968"/>
            <a:ext cx="30000" cy="1572768"/>
          </a:xfrm>
          <a:prstGeom prst="rect">
            <a:avLst/>
          </a:prstGeom>
          <a:solidFill>
            <a:srgbClr val="995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84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55DD"/>
                </a:solidFill>
              </a:rPr>
              <a:t>B　周期明示型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277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「次のチャンスまであと○G」を常時表示。来店ハードルを下げる設計。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729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参考：S 沖ドキ！（33G周期が見える）/ Lエウレカ3（周期ゾーン）/ Lカバネリ（チャージ周期）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87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4622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全体ルール：表示されたG数まで打てばチャンスタイム確定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366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勝ちの条件：チャンスタイムでAT突入 → 枚数獲得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010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投資の上限が見えて20代の安心感につながる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285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「見えすぎる」ことで設定読みが単純化するリスク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37176"/>
            <a:ext cx="8595360" cy="1572768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37176"/>
            <a:ext cx="30000" cy="1572768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849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C　コレクション型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942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BBCC"/>
                </a:solidFill>
              </a:rPr>
              <a:t>演出・フラグを集める楽しさ。「今日何が出たか」がスマスロに残る。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371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85A30"/>
                </a:solidFill>
              </a:rPr>
              <a:t>参考：L 戦国コレクション（コレクション核）/ Lバジリスク絆2（スマスロ記録・図鑑）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521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操作契機：　通常通りプレイするだけ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1264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全体ルール：レア演出を引くとスマスロの図鑑に登録される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4008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勝ちの条件：枚数獲得 ＋ 新しい演出の解放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6751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メリット：　SNS世代の「記録・共有」欲求に刺さる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949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C542"/>
                </a:solidFill>
              </a:rPr>
              <a:t>課題：　　　コレクションだけが目的化してゲーム性が薄れるリスク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2案の論点と問いかけ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000" cy="219456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3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案①　積み上げ型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5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Q1：SPの引き継ぎ上限はどう設定するか？（無限に有利になりすぎないか）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5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Q2：スマスロ必須設計にすることへの懸念はあるか？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1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Q3：「来るたびに有利」という訴求が設定依存に見えないか？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8595360" cy="219456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25000" cy="219456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69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案③　リスク選択型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8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Q1：「攻め/守り」択はゲームバランス上どう担保するか？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9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Q2：択がなくても成立するゲーム性に変えた方が良いか？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93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Q3：ターゲット層（20代ライト）に「判断する楽しさ」は刺さるか？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080760"/>
            <a:ext cx="8595360" cy="5669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4476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②については A・B・C 案のどれかに絞るか、全く別の方向を探すか　ご意見お聞かせください。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